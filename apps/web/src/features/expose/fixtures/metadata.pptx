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docProps/app.xml><?xml version="1.0" encoding="utf-8"?>
<Properties xmlns="http://schemas.openxmlformats.org/officeDocument/2006/extended-properties">
  <Application>Fixture generator</Application>
  <AppVersion>1.0</AppVersion>
  <Company>Fixture company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Fixture title</dc:title>
  <dc:creator>Fixture author</dc:creator>
  <cp:lastModifiedBy>Fixture editor</cp:lastModifiedBy>
  <dcterms:created>2020-01-02T03:04:05Z</dcterms:created>
  <dcterms:modified>2020-01-03T03:04:05Z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_proto__">
    <vt:lpwstr>Fixture value</vt:lpwstr>
  </property>
</Properties>
</file>